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488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MEDIA APP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08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E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Deployment: Architecture &amp; Configuration Deep-Dive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22960" y="3840480"/>
            <a:ext cx="2926080" cy="0"/>
          </a:xfrm>
          <a:prstGeom prst="line">
            <a:avLst/>
          </a:prstGeom>
          <a:noFill/>
          <a:ln w="31750">
            <a:solidFill>
              <a:srgbClr val="5FBFB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40690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 ·  every configuration file  ·  load balancing  ·  load test results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project — infrastructure course exemption assignment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Built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existing app repositories, wrapped in production-style infrastructure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F4F7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57400" y="233172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057400" y="2331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↔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3429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393192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reverse proxy, 2 backend replicas, round-robin routing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92024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F4F7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97880" y="233172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897880" y="2331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📈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3429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393192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Netdata, auto-discovers every container, live dashboard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503920" y="192024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F4F7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38360" y="2331720"/>
            <a:ext cx="914400" cy="914400"/>
          </a:xfrm>
          <a:prstGeom prst="ellipse">
            <a:avLst/>
          </a:prstGeom>
          <a:solidFill>
            <a:srgbClr val="5FBFB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738360" y="2331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🔒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8732520" y="3429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869680" y="393192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Self-signed certificate terminated at the load balancer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6235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 (unchanged): React/Vite frontend  +  Express/MongoDB REST API  +  JWT auth, posts, likes, comments, bookmarks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2700" dirty="0"/>
          </a:p>
        </p:txBody>
      </p:sp>
      <p:pic>
        <p:nvPicPr>
          <p:cNvPr id="3" name="Image 0" descr="/home/claude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9424" y="1417320"/>
            <a:ext cx="7690104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OF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346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Configuration Files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22960" y="3703320"/>
            <a:ext cx="2377440" cy="0"/>
          </a:xfrm>
          <a:prstGeom prst="line">
            <a:avLst/>
          </a:prstGeom>
          <a:noFill/>
          <a:ln w="31750">
            <a:solidFill>
              <a:srgbClr val="5FBFB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9319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file that defines how the stack builds, connects, and runs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docker-compose.yml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stack — part 1 of 3: data layer and backend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10515600" cy="4846320"/>
          </a:xfrm>
          <a:prstGeom prst="roundRect">
            <a:avLst>
              <a:gd name="adj" fmla="val 1321"/>
            </a:avLst>
          </a:prstGeom>
          <a:solidFill>
            <a:srgbClr val="0F172A"/>
          </a:solidFill>
          <a:ln/>
        </p:spPr>
      </p:sp>
      <p:sp>
        <p:nvSpPr>
          <p:cNvPr id="5" name="Shape 3"/>
          <p:cNvSpPr/>
          <p:nvPr/>
        </p:nvSpPr>
        <p:spPr>
          <a:xfrm>
            <a:off x="1024128" y="1563624"/>
            <a:ext cx="118872" cy="11887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1243584" y="1563624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1463040" y="1563624"/>
            <a:ext cx="118872" cy="1188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737360" y="1490472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docker-compose.yml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874520"/>
            <a:ext cx="996696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mongo: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mongo:7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volumes: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mongo-data:/data/db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backend: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build: ./social-media-api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environment: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DB_URI: mongodb://mongo:27017/api-db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SECRET: some-dev-secret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depends_on: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mongo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deploy: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replicas: 2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expose: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"3000"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docker-compose.yml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stack — part 2 of 3: frontend and load balancer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10515600" cy="4846320"/>
          </a:xfrm>
          <a:prstGeom prst="roundRect">
            <a:avLst>
              <a:gd name="adj" fmla="val 1321"/>
            </a:avLst>
          </a:prstGeom>
          <a:solidFill>
            <a:srgbClr val="0F172A"/>
          </a:solidFill>
          <a:ln/>
        </p:spPr>
      </p:sp>
      <p:sp>
        <p:nvSpPr>
          <p:cNvPr id="5" name="Shape 3"/>
          <p:cNvSpPr/>
          <p:nvPr/>
        </p:nvSpPr>
        <p:spPr>
          <a:xfrm>
            <a:off x="1024128" y="1563624"/>
            <a:ext cx="118872" cy="11887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1243584" y="1563624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1463040" y="1563624"/>
            <a:ext cx="118872" cy="1188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737360" y="1490472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docker-compose.yml (continued)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874520"/>
            <a:ext cx="996696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frontend: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build: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context: ./planet-link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args: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VITE_BASE_URL: https://localhost/api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depends_on: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backend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lb: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nginx:alpine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"443:443"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volumes: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./nginx-lb.conf:/etc/nginx/conf.d/default.conf:ro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./certs:/etc/nginx/certs:ro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depends_on: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backend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frontend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docker-compose.yml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stack — part 3 of 3: monitoring and volumes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10515600" cy="4846320"/>
          </a:xfrm>
          <a:prstGeom prst="roundRect">
            <a:avLst>
              <a:gd name="adj" fmla="val 1321"/>
            </a:avLst>
          </a:prstGeom>
          <a:solidFill>
            <a:srgbClr val="0F172A"/>
          </a:solidFill>
          <a:ln/>
        </p:spPr>
      </p:sp>
      <p:sp>
        <p:nvSpPr>
          <p:cNvPr id="5" name="Shape 3"/>
          <p:cNvSpPr/>
          <p:nvPr/>
        </p:nvSpPr>
        <p:spPr>
          <a:xfrm>
            <a:off x="1024128" y="1563624"/>
            <a:ext cx="118872" cy="11887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1243584" y="1563624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1463040" y="1563624"/>
            <a:ext cx="118872" cy="1188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737360" y="1490472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docker-compose.yml (continued)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874520"/>
            <a:ext cx="996696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netdata: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netdata/netdata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"19999:19999"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cap_add: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SYS_PTRACE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security_opt: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apparmor:unconfined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volumes: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/proc:/host/proc:ro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/sys:/host/sys:ro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/var/run/docker.sock:/var/run/docker.sock:ro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restart: unless-stopped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volumes: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mongo-data: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nginx-lb.conf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termination and routing — the only service exposed to the host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463040" y="1417320"/>
            <a:ext cx="9235440" cy="4846320"/>
          </a:xfrm>
          <a:prstGeom prst="roundRect">
            <a:avLst>
              <a:gd name="adj" fmla="val 1321"/>
            </a:avLst>
          </a:prstGeom>
          <a:solidFill>
            <a:srgbClr val="0F172A"/>
          </a:solidFill>
          <a:ln/>
        </p:spPr>
      </p:sp>
      <p:sp>
        <p:nvSpPr>
          <p:cNvPr id="5" name="Shape 3"/>
          <p:cNvSpPr/>
          <p:nvPr/>
        </p:nvSpPr>
        <p:spPr>
          <a:xfrm>
            <a:off x="1664208" y="1563624"/>
            <a:ext cx="118872" cy="11887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1883664" y="1563624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2103120" y="1563624"/>
            <a:ext cx="118872" cy="1188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377440" y="14904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nginx-lb.conf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1874520"/>
            <a:ext cx="868680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upstream backend_servers {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server backend:3000;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 {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listen 443 ssl;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server_name localhost;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ssl_certificate     /etc/nginx/certs/selfsigned.crt;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ssl_certificate_key /etc/nginx/certs/selfsigned.key;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location /api/ {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proxy_pass http://backend_servers/;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proxy_set_header Host $host;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proxy_set_header X-Real-IP $remote_addr;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location / {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proxy_pass http://frontend:80;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proxy_set_header Host $host;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6355080"/>
            <a:ext cx="9235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Compose's embedded DNS resolves “backend” to both replicas — round-robin needs no extra config here.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Dockerfiles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social-media-api — production build vs. hot-reload development build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257800" cy="4206240"/>
          </a:xfrm>
          <a:prstGeom prst="roundRect">
            <a:avLst>
              <a:gd name="adj" fmla="val 1522"/>
            </a:avLst>
          </a:prstGeom>
          <a:solidFill>
            <a:srgbClr val="0F172A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655064"/>
            <a:ext cx="118872" cy="11887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" y="1655064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1280160" y="1655064"/>
            <a:ext cx="118872" cy="1188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554480" y="158191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Dockerfile  (production)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1965960"/>
            <a:ext cx="47091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node:20-alpine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package*.json ./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npm ci --omit=dev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. .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3000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["node", "server.js"]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1508760"/>
            <a:ext cx="5257800" cy="4206240"/>
          </a:xfrm>
          <a:prstGeom prst="roundRect">
            <a:avLst>
              <a:gd name="adj" fmla="val 1522"/>
            </a:avLst>
          </a:prstGeom>
          <a:solidFill>
            <a:srgbClr val="0F172A"/>
          </a:solidFill>
          <a:ln/>
        </p:spPr>
      </p:sp>
      <p:sp>
        <p:nvSpPr>
          <p:cNvPr id="11" name="Shape 9"/>
          <p:cNvSpPr/>
          <p:nvPr/>
        </p:nvSpPr>
        <p:spPr>
          <a:xfrm>
            <a:off x="6373368" y="1655064"/>
            <a:ext cx="118872" cy="11887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6592824" y="1655064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6812280" y="1655064"/>
            <a:ext cx="118872" cy="1188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086600" y="158191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Dockerfile.dev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1965960"/>
            <a:ext cx="47091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node:20-alpine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package*.json ./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npm ci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. .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3000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["npx", "nodemon", "server.js"]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943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keeps devDependencies and runs via nodemon for hot reload; prod installs lean and runs node directly.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Dockerfile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planet-link — multi-stage build: compile with Vite, serve with Nginx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6309360" cy="4754880"/>
          </a:xfrm>
          <a:prstGeom prst="roundRect">
            <a:avLst>
              <a:gd name="adj" fmla="val 1346"/>
            </a:avLst>
          </a:prstGeom>
          <a:solidFill>
            <a:srgbClr val="0F172A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655064"/>
            <a:ext cx="118872" cy="11887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" y="1655064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1280160" y="1655064"/>
            <a:ext cx="118872" cy="1188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554480" y="158191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Dockerfile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1965960"/>
            <a:ext cx="576072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node:20-alpine AS build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package*.json ./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npm ci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. 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 VITE_BASE_URL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 VITE_BASE_URL=$VITE_BASE_URL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npm run build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nginx:alpine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--from=build /app/dist /usr/share/nginx/html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nginx.conf /etc/nginx/conf.d/default.conf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80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086600" y="1508760"/>
            <a:ext cx="4434840" cy="2286000"/>
          </a:xfrm>
          <a:prstGeom prst="roundRect">
            <a:avLst>
              <a:gd name="adj" fmla="val 2800"/>
            </a:avLst>
          </a:prstGeom>
          <a:solidFill>
            <a:srgbClr val="0F172A"/>
          </a:solidFill>
          <a:ln/>
        </p:spPr>
      </p:sp>
      <p:sp>
        <p:nvSpPr>
          <p:cNvPr id="11" name="Shape 9"/>
          <p:cNvSpPr/>
          <p:nvPr/>
        </p:nvSpPr>
        <p:spPr>
          <a:xfrm>
            <a:off x="7287768" y="1655064"/>
            <a:ext cx="118872" cy="11887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7507224" y="1655064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7726680" y="1655064"/>
            <a:ext cx="118872" cy="1188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01000" y="158191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nginx.conf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360920" y="1965960"/>
            <a:ext cx="3886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 {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listen 80;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root /usr/share/nginx/html;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index index.html;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location / {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try_files $uri $uri/ /index.html;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086600" y="3977640"/>
            <a:ext cx="4434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VITE_BASE_URL is a build-time ARG, not a runtime ENV — Vite bakes it into the JS bundle, so changing it always requires a rebuild.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Mode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docker-compose.dev.yml — same services, swapped for hot reload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10332720" cy="960120"/>
          </a:xfrm>
          <a:prstGeom prst="roundRect">
            <a:avLst>
              <a:gd name="adj" fmla="val 5714"/>
            </a:avLst>
          </a:prstGeom>
          <a:solidFill>
            <a:srgbClr val="F4F7F8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0020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mounts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4434840" y="1600200"/>
            <a:ext cx="6583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./social-media-api:/app and ./planet-link:/app — edits on the host appear inside the container immediately.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697480"/>
            <a:ext cx="10332720" cy="960120"/>
          </a:xfrm>
          <a:prstGeom prst="roundRect">
            <a:avLst>
              <a:gd name="adj" fmla="val 5714"/>
            </a:avLst>
          </a:prstGeom>
          <a:solidFill>
            <a:srgbClr val="F4F7F8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69748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node_modules volume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2697480"/>
            <a:ext cx="6583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/app/node_modules on both services — shadows the bind mount so the container's own Linux-built dependencies are never overwritten by the host's.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794760"/>
            <a:ext cx="10332720" cy="960120"/>
          </a:xfrm>
          <a:prstGeom prst="roundRect">
            <a:avLst>
              <a:gd name="adj" fmla="val 5714"/>
            </a:avLst>
          </a:prstGeom>
          <a:solidFill>
            <a:srgbClr val="F4F7F8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379476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dockerfile: Dockerfile.dev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434840" y="3794760"/>
            <a:ext cx="6583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each build at its hot-reload image (nodemon for the backend, Vite's own dev server for the frontend) instead of the production image.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4892040"/>
            <a:ext cx="10332720" cy="960120"/>
          </a:xfrm>
          <a:prstGeom prst="roundRect">
            <a:avLst>
              <a:gd name="adj" fmla="val 5714"/>
            </a:avLst>
          </a:prstGeom>
          <a:solidFill>
            <a:srgbClr val="F4F7F8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489204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 opened directly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434840" y="4892040"/>
            <a:ext cx="6583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3000, 5173, and 27017 are all published straight to the host — no load balancer, no TLS, for fast local iteration.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Certificate Generation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certs/generate-cert.sh — one-time, self-signed, 365-day RSA 2048 cert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188720" y="1600200"/>
            <a:ext cx="9784080" cy="3017520"/>
          </a:xfrm>
          <a:prstGeom prst="roundRect">
            <a:avLst>
              <a:gd name="adj" fmla="val 2121"/>
            </a:avLst>
          </a:prstGeom>
          <a:solidFill>
            <a:srgbClr val="0F172A"/>
          </a:solidFill>
          <a:ln/>
        </p:spPr>
      </p:sp>
      <p:sp>
        <p:nvSpPr>
          <p:cNvPr id="5" name="Shape 3"/>
          <p:cNvSpPr/>
          <p:nvPr/>
        </p:nvSpPr>
        <p:spPr>
          <a:xfrm>
            <a:off x="1389888" y="1746504"/>
            <a:ext cx="118872" cy="11887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1609344" y="1746504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0" y="1746504"/>
            <a:ext cx="118872" cy="1188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103120" y="16733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generate-cert.sh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057400"/>
            <a:ext cx="92354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#!/bin/sh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openssl req -x509 -nodes -days 365 -newkey rsa:2048 \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-keyout selfsigned.key \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-out selfsigned.crt \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-subj "/CN=localhost"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484632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Git Bash gotcha: prefix with MSYS_NO_PATHCONV=1 — otherwise the shell rewrites “/CN=localhost” into a Windows filesystem path before openssl ever sees it.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Balancing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the requirement functionally real, not nominal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a naive setup: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reverse proxy in front of a single backend instance provides no actual load balancing — it's a proxy wearing an LB's name.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10332720" cy="3200400"/>
          </a:xfrm>
          <a:prstGeom prst="roundRect">
            <a:avLst>
              <a:gd name="adj" fmla="val 2286"/>
            </a:avLst>
          </a:prstGeom>
          <a:solidFill>
            <a:srgbClr val="F4F7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27889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8872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965960" y="274320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runs with deploy.replicas: 2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1965960" y="310896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Express containers, same image, sharing one MongoDB.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188720" y="37490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8872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965960" y="370332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Compose's embedded DNS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1965960" y="406908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Resolving the service name “backend” returns both replica IPs and round-robins automatically — no extra config.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188720" y="47091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88720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965960" y="466344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(“lb”) proxies /api/ → backend_servers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965960" y="502920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upstream block takes advantage of that round-robin on every new connection.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OF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346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22960" y="3703320"/>
            <a:ext cx="2377440" cy="0"/>
          </a:xfrm>
          <a:prstGeom prst="line">
            <a:avLst/>
          </a:prstGeom>
          <a:noFill/>
          <a:ln w="31750">
            <a:solidFill>
              <a:srgbClr val="5FBFB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9319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Proving the load balancer and monitoring actually work under load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Test &amp; Monitoring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autocannon -c 100 -d 30  →  http://localhost:3000/posts (single-replica baseline)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1,293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DEB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req/sec (avg)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520440" y="160020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20440" y="169164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76.85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4231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DEB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avg latency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160020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17920" y="169164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39,000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4231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DEB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/ 30s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15400" y="160020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915400" y="169164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8915400" y="24231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DEB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p99 latency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3520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Netdata confirmed the load was correctly attributed: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393192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CPU and network usage spiked clearly on the 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container during the test
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containers remained flat throughout
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Confirms per-container monitoring, not just host-wide aggregate stats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Decisions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Choices made deliberately for this project's scope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508760"/>
            <a:ext cx="10332720" cy="777240"/>
          </a:xfrm>
          <a:prstGeom prst="roundRect">
            <a:avLst>
              <a:gd name="adj" fmla="val 7059"/>
            </a:avLst>
          </a:prstGeom>
          <a:solidFill>
            <a:srgbClr val="F4F7F8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50876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Compose, not Kubernetes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508760"/>
            <a:ext cx="6263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overhead (ingress, etcd, manifests) is disproportionate for a single-host demo.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423160"/>
            <a:ext cx="10332720" cy="777240"/>
          </a:xfrm>
          <a:prstGeom prst="roundRect">
            <a:avLst>
              <a:gd name="adj" fmla="val 7059"/>
            </a:avLst>
          </a:prstGeom>
          <a:solidFill>
            <a:srgbClr val="F4F7F8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42316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Nginx, not Traefik / HAProxy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2423160"/>
            <a:ext cx="6263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Explicit, auditable config; the standard expected choice for this assignment.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337560"/>
            <a:ext cx="10332720" cy="777240"/>
          </a:xfrm>
          <a:prstGeom prst="roundRect">
            <a:avLst>
              <a:gd name="adj" fmla="val 7059"/>
            </a:avLst>
          </a:prstGeom>
          <a:solidFill>
            <a:srgbClr val="F4F7F8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333756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backend replicas, not 1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3337560"/>
            <a:ext cx="6263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the load-balancer requirement functionally real.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251960"/>
            <a:ext cx="10332720" cy="777240"/>
          </a:xfrm>
          <a:prstGeom prst="roundRect">
            <a:avLst>
              <a:gd name="adj" fmla="val 7059"/>
            </a:avLst>
          </a:prstGeom>
          <a:solidFill>
            <a:srgbClr val="F4F7F8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425196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Netdata, not Zabbix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4251960"/>
            <a:ext cx="6263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Zero-config auto-discovery via the Docker socket vs. a server/agent/DB setup.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5166360"/>
            <a:ext cx="10332720" cy="777240"/>
          </a:xfrm>
          <a:prstGeom prst="roundRect">
            <a:avLst>
              <a:gd name="adj" fmla="val 7059"/>
            </a:avLst>
          </a:prstGeom>
          <a:solidFill>
            <a:srgbClr val="F4F7F8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516636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terminated at the LB only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5166360"/>
            <a:ext cx="6263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Centralizes certificate management to a single, auditable place.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Limitations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scope decisions, not oversights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234440" y="161848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database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98424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considered (session/list caching) but omitted — no clear functional need without adding complexity for its own sake.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788920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34440" y="267004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Keepalived / Corosync+Pacemaker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03580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OS- and LB-level HA clustering judged disproportionate risk/effort for a single-host Compose deployment.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840480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34440" y="372160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single point of failure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408736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replica set configured; acceptable at demo scale, flagged explicitly rather than hidden.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892040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34440" y="477316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Self-signed cert browser warning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13892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Expected, correct behavior for any self-signed certificate — exactly what the assignment specifies.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the Project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5029200" cy="4206240"/>
          </a:xfrm>
          <a:prstGeom prst="roundRect">
            <a:avLst>
              <a:gd name="adj" fmla="val 1739"/>
            </a:avLst>
          </a:prstGeom>
          <a:solidFill>
            <a:srgbClr val="F4F7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728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stack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214884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certs &amp;&amp; sh generate-cert.sh &amp;&amp; cd ..
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 --build
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https://localhost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749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41605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http://localhost:19999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463040"/>
            <a:ext cx="5029200" cy="4206240"/>
          </a:xfrm>
          <a:prstGeom prst="roundRect">
            <a:avLst>
              <a:gd name="adj" fmla="val 1739"/>
            </a:avLst>
          </a:prstGeom>
          <a:solidFill>
            <a:srgbClr val="F4F7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stack (hot reload)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148840"/>
            <a:ext cx="4480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-f docker-compose.dev.yml \
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up --build
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 → localhost:5173
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  → localhost:3000
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  → localhost:27017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6517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https://localhost  —  register, post, like, comment, bookmark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4114800"/>
            <a:ext cx="2926080" cy="0"/>
          </a:xfrm>
          <a:prstGeom prst="line">
            <a:avLst/>
          </a:prstGeom>
          <a:noFill/>
          <a:ln w="31750">
            <a:solidFill>
              <a:srgbClr val="5FBFB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2026-09-09T19:11:26Z</dcterms:created>
  <dcterms:modified xsi:type="dcterms:W3CDTF">2026-09-09T19:11:26Z</dcterms:modified>
</cp:coreProperties>
</file>